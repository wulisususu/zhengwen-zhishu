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16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Template 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update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4480560"/>
            <a:ext cx="292608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Unchanged callout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results and operational context</a:t>
            </a:r>
          </a:p>
        </p:txBody>
      </p:sp>
      <p:pic>
        <p:nvPicPr>
          <p:cNvPr id="4" name="Picture 3" descr="p2_template_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3474720" cy="19202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206240"/>
          <a:ext cx="62179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/>
                <a:gridCol w="2072640"/>
                <a:gridCol w="2072640"/>
              </a:tblGrid>
              <a:tr h="42672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1-0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1-2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2-0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2-2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chart data remains editable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Oval 4"/>
          <p:cNvSpPr/>
          <p:nvPr/>
        </p:nvSpPr>
        <p:spPr>
          <a:xfrm>
            <a:off x="8229600" y="18288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Keep 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